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7" y="1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hatgpt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laravel.com/docs/12.x" TargetMode="External"/><Relationship Id="rId4" Type="http://schemas.openxmlformats.org/officeDocument/2006/relationships/hyperlink" Target="https://vueframework.com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Frontend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Vue 3 alapú kliensalkalmazás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Backend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Laravel 12 REST API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Adatbázis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MySQL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Kommunikáció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Előny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5715725" y="1436574"/>
            <a:ext cx="5272800" cy="45414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548325" y="1778700"/>
            <a:ext cx="4968000" cy="32862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 és API</a:t>
            </a:r>
            <a:endParaRPr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321138" y="2128809"/>
            <a:ext cx="3940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Rétegelt backend felépítés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modulonként szervezve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 hibakezelés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Központi validáció és üzleti logika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Stabil, bővíthető működés</a:t>
            </a:r>
            <a:endParaRPr dirty="0"/>
          </a:p>
        </p:txBody>
      </p:sp>
      <p:grpSp>
        <p:nvGrpSpPr>
          <p:cNvPr id="129" name="Google Shape;129;p5"/>
          <p:cNvGrpSpPr/>
          <p:nvPr/>
        </p:nvGrpSpPr>
        <p:grpSpPr>
          <a:xfrm>
            <a:off x="6637421" y="1960734"/>
            <a:ext cx="4681800" cy="3286207"/>
            <a:chOff x="6254496" y="2128809"/>
            <a:chExt cx="4681800" cy="3286207"/>
          </a:xfrm>
        </p:grpSpPr>
        <p:sp>
          <p:nvSpPr>
            <p:cNvPr id="130" name="Google Shape;130;p5"/>
            <p:cNvSpPr txBox="1"/>
            <p:nvPr/>
          </p:nvSpPr>
          <p:spPr>
            <a:xfrm>
              <a:off x="6254496" y="2128809"/>
              <a:ext cx="38223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Fő API modulok: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Auth, Események, Intézmények, Osztályok, Kérelmek</a:t>
              </a:r>
              <a:endParaRPr dirty="0"/>
            </a:p>
          </p:txBody>
        </p:sp>
        <p:sp>
          <p:nvSpPr>
            <p:cNvPr id="131" name="Google Shape;131;p5"/>
            <p:cNvSpPr txBox="1"/>
            <p:nvPr/>
          </p:nvSpPr>
          <p:spPr>
            <a:xfrm>
              <a:off x="6254496" y="3005982"/>
              <a:ext cx="4227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Hibakezelés: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egységes válaszkódok (siker, validációs hiba, jogosultsági hiba)</a:t>
              </a:r>
              <a:endParaRPr dirty="0"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6254496" y="3845305"/>
              <a:ext cx="46818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Központi logika: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validáció és üzleti szabályok a backendben</a:t>
              </a:r>
              <a:endParaRPr dirty="0"/>
            </a:p>
          </p:txBody>
        </p:sp>
        <p:sp>
          <p:nvSpPr>
            <p:cNvPr id="133" name="Google Shape;133;p5"/>
            <p:cNvSpPr txBox="1"/>
            <p:nvPr/>
          </p:nvSpPr>
          <p:spPr>
            <a:xfrm>
              <a:off x="6254508" y="4491616"/>
              <a:ext cx="3474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Eredmény: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stabil, átlátható, könnyen karbantartható rendszer</a:t>
              </a:r>
              <a:endParaRPr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 alapú hitelesítés (Sanctum)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Kritikus műveletek korlátozása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 és hozzáférés-védelem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216234" y="2413058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Diák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Tanár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Admin</a:t>
            </a:r>
            <a:endParaRPr sz="18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Frontend felépítés és navigáció</a:t>
            </a:r>
            <a:endParaRPr/>
          </a:p>
        </p:txBody>
      </p:sp>
      <p:sp>
        <p:nvSpPr>
          <p:cNvPr id="149" name="Google Shape;149;p7"/>
          <p:cNvSpPr txBox="1"/>
          <p:nvPr/>
        </p:nvSpPr>
        <p:spPr>
          <a:xfrm>
            <a:off x="1377020" y="1714310"/>
            <a:ext cx="65097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 működés modern, reszponzív felülettel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 alapú navigáció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Szerepkörhöz igazított irányítópultok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Események listázása és esemény részletei oldal kapcsolata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Felhasználói állapotkezelés local/session tárolással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UI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gyors és egyszerű felhasználói élmény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7826625" y="1335725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540" y="1714300"/>
            <a:ext cx="5566768" cy="4823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356025" y="1698075"/>
            <a:ext cx="8708700" cy="46878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Felhasználói élmény és érték</a:t>
            </a:r>
            <a:endParaRPr/>
          </a:p>
        </p:txBody>
      </p:sp>
      <p:sp>
        <p:nvSpPr>
          <p:cNvPr id="159" name="Google Shape;159;p8"/>
          <p:cNvSpPr txBox="1"/>
          <p:nvPr/>
        </p:nvSpPr>
        <p:spPr>
          <a:xfrm>
            <a:off x="1291484" y="2748985"/>
            <a:ext cx="64536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Egységes, könnyen tanulható felület minden szerepkörnek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Gyors és logikus navigáció a fő funkciók között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Átlátható visszajelzések a folyamatok állapotáról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működés asztali és mobil nézetben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minél kevesebb lépésből elvégezhető folyamatok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Tesztelés és minőségbiztosítás</a:t>
            </a:r>
            <a:endParaRPr/>
          </a:p>
        </p:txBody>
      </p:sp>
      <p:sp>
        <p:nvSpPr>
          <p:cNvPr id="175" name="Google Shape;175;p10"/>
          <p:cNvSpPr txBox="1"/>
          <p:nvPr/>
        </p:nvSpPr>
        <p:spPr>
          <a:xfrm>
            <a:off x="1291479" y="198398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 TypeScript tesztek pozitív és negatív tesztek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 API tesztelés Postmannel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496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Discord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>
                <a:solidFill>
                  <a:schemeClr val="dk1"/>
                </a:solidFill>
              </a:rPr>
              <a:t> 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</a:t>
            </a:r>
            <a:endParaRPr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Jövőbeli tervek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Demó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Forrás</a:t>
            </a:r>
            <a:endParaRPr dirty="0"/>
          </a:p>
        </p:txBody>
      </p:sp>
      <p:sp>
        <p:nvSpPr>
          <p:cNvPr id="202" name="Google Shape;202;p14"/>
          <p:cNvSpPr txBox="1"/>
          <p:nvPr/>
        </p:nvSpPr>
        <p:spPr>
          <a:xfrm>
            <a:off x="1038208" y="2091420"/>
            <a:ext cx="4336235" cy="129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www.chatgpt.com</a:t>
            </a:r>
            <a:endParaRPr lang="hu-HU" sz="1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hu-HU" sz="1600" dirty="0">
                <a:hlinkClick r:id="rId4"/>
              </a:rPr>
              <a:t>https://vueframework.com</a:t>
            </a:r>
            <a:endParaRPr lang="hu-HU" sz="1600" dirty="0"/>
          </a:p>
          <a:p>
            <a:pPr lvl="0"/>
            <a:r>
              <a:rPr lang="hu-HU" sz="1600" dirty="0">
                <a:hlinkClick r:id="rId5"/>
              </a:rPr>
              <a:t>https://laravel.com/docs/12.x</a:t>
            </a:r>
            <a:endParaRPr lang="hu-HU" sz="1600" dirty="0"/>
          </a:p>
          <a:p>
            <a:pPr lvl="0"/>
            <a:endParaRPr lang="hu-HU" sz="1600" dirty="0"/>
          </a:p>
          <a:p>
            <a:pPr lvl="0"/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374</Words>
  <Application>Microsoft Office PowerPoint</Application>
  <PresentationFormat>Szélesvásznú</PresentationFormat>
  <Paragraphs>114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Times New Roman</vt:lpstr>
      <vt:lpstr>Arial</vt:lpstr>
      <vt:lpstr>Cambria</vt:lpstr>
      <vt:lpstr>Play</vt:lpstr>
      <vt:lpstr>Office-téma</vt:lpstr>
      <vt:lpstr>EseményTér</vt:lpstr>
      <vt:lpstr>Probléma és Megoldás</vt:lpstr>
      <vt:lpstr>A projekt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Jövőbeli tervek</vt:lpstr>
      <vt:lpstr>Demó</vt:lpstr>
      <vt:lpstr>Forrás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3</cp:revision>
  <dcterms:created xsi:type="dcterms:W3CDTF">2026-03-04T16:50:56Z</dcterms:created>
  <dcterms:modified xsi:type="dcterms:W3CDTF">2026-03-06T13:22:47Z</dcterms:modified>
</cp:coreProperties>
</file>