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96" y="120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Vue.js keretrendszerre épül,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b="0" dirty="0" err="1"/>
              <a:t>Dashboardok</a:t>
            </a:r>
            <a:r>
              <a:rPr lang="hu-HU" dirty="0"/>
              <a:t> szerepkör szerint változnak, így a diákok, tanárok és </a:t>
            </a:r>
            <a:r>
              <a:rPr lang="hu-HU" dirty="0" err="1"/>
              <a:t>adminok</a:t>
            </a:r>
            <a:r>
              <a:rPr lang="hu-HU" dirty="0"/>
              <a:t> eltérő nézetet látnak.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hitelesítés </a:t>
            </a:r>
            <a:r>
              <a:rPr lang="hu-HU" b="0" dirty="0" err="1"/>
              <a:t>tokenes</a:t>
            </a:r>
            <a:r>
              <a:rPr lang="hu-HU" dirty="0"/>
              <a:t> megoldással működik, a visszajelzésekről pedig egy egységes </a:t>
            </a:r>
            <a:r>
              <a:rPr lang="hu-HU" b="0" dirty="0" err="1"/>
              <a:t>toast</a:t>
            </a:r>
            <a:r>
              <a:rPr lang="hu-HU" b="1" dirty="0"/>
              <a:t> </a:t>
            </a:r>
            <a:r>
              <a:rPr lang="hu-HU" b="0" dirty="0"/>
              <a:t>rendszer</a:t>
            </a:r>
            <a:r>
              <a:rPr lang="hu-HU" dirty="0"/>
              <a:t> gondoskodik.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dirty="0"/>
              <a:t>A </a:t>
            </a:r>
            <a:r>
              <a:rPr lang="hu-HU" b="0" dirty="0"/>
              <a:t>kontrollerek</a:t>
            </a:r>
            <a:r>
              <a:rPr lang="hu-HU" dirty="0"/>
              <a:t> feladata a kérések </a:t>
            </a:r>
            <a:r>
              <a:rPr lang="hu-HU" dirty="0" err="1"/>
              <a:t>validálása</a:t>
            </a:r>
            <a:r>
              <a:rPr lang="hu-HU" dirty="0"/>
              <a:t>, majd az adatok továbbítása a </a:t>
            </a:r>
            <a:r>
              <a:rPr lang="hu-HU" b="0" dirty="0"/>
              <a:t>service rétegnek</a:t>
            </a:r>
            <a:r>
              <a:rPr lang="hu-HU" dirty="0"/>
              <a:t>, ahol az üzleti logika fut.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adatok külön táblákban vannak, és ezek kapcsolatban állnak egymással idegen kulcsokon keresztül.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Így az adatbázis jól szervezett, bővíthető és megbízható.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manage.</a:t>
            </a:r>
            <a:br>
              <a:rPr lang="en-US" dirty="0"/>
            </a:b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E001F27-DDCE-7249-BF39-9D703C6C07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169610"/>
            <a:ext cx="2919869" cy="65187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1038</TotalTime>
  <Words>1491</Words>
  <Application>Microsoft Office PowerPoint</Application>
  <PresentationFormat>Szélesvásznú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Courier New</vt:lpstr>
      <vt:lpstr>Times New Roman</vt:lpstr>
      <vt:lpstr>Play</vt:lpstr>
      <vt:lpstr>Cambria</vt:lpstr>
      <vt:lpstr>Arial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30</cp:revision>
  <dcterms:created xsi:type="dcterms:W3CDTF">2026-03-04T16:50:56Z</dcterms:created>
  <dcterms:modified xsi:type="dcterms:W3CDTF">2026-04-17T00:58:48Z</dcterms:modified>
</cp:coreProperties>
</file>