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45400" autoAdjust="0"/>
  </p:normalViewPr>
  <p:slideViewPr>
    <p:cSldViewPr snapToGrid="0">
      <p:cViewPr varScale="1">
        <p:scale>
          <a:sx n="50" d="100"/>
          <a:sy n="50" d="100"/>
        </p:scale>
        <p:origin x="2874" y="5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objektum-rel%C3%A1ci%C3%B3s+lek%C3%A9pez%C3%A9s&amp;oq=az+ORM&amp;gs_lcrp=EgZjaHJvbWUyBggAEEUYOTIHCAEQABiABDIHCAIQABiABDIICAMQABgWGB4yCAgEEAAYFhgeMggIBRAAGBYYHjIICAYQABgWGB4yCAgHEAAYFhgeMggICBAAGBYYHjIICAkQABgWGB7SAQc2NjlqMGo3qAIAsAIA&amp;sourceid=chrome&amp;ie=UTF-8&amp;mstk=AUtExfBasRTAhb9fKa1uD141dUceyjxHYePZLhpLbwVbSyMTew7i0DPNyLReI8N2lkPh-upBU6alxJcO5SQKNU3GB3Z6d_PYWBKLQrPrAPOZEBt1uzbHz7c4b75H8Wl_FPB7uDLOptZh4AuM-TXJioEK-5afrZM7xqk4s5gOin-2i5WyRBI&amp;csui=3&amp;ved=2ahUKEwiRiszvyvSTAxXZ5gIHHQJFJpgQgK4QegQIARAD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témaválasztásának oka egy valós, mindennapi probléma volt az iskolai működésben.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tájékoztatás és az események szervezése több külön felületen történt, ezért a folyamatok nehezen voltak átláthatók.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ad választ 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EseményTér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egy iskolai eseménykezelő webalkalmazás.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célja, hogy egy közös rendszerben legyen kezelhető minden fontos program és kapcsolódó információ az iskola szereplői számára.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lényege, hogy az eseményszervezés gyorsabbá, egységesebbé és központilag követhetővé váljon, akár egyetlen iskola, akár több intézmény esetén.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eredményeként a folyamatok jól nyomon követhetők, és minden szereplő ugyanabban a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jogosultságkezelés.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Vue.js keretrendszerre épül,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</a:t>
            </a:r>
            <a:r>
              <a:rPr lang="hu-HU" b="0" dirty="0" err="1"/>
              <a:t>Dashboardok</a:t>
            </a:r>
            <a:r>
              <a:rPr lang="hu-HU" dirty="0"/>
              <a:t> szerepkör szerint változnak, így a diákok, tanárok és </a:t>
            </a:r>
            <a:r>
              <a:rPr lang="hu-HU" dirty="0" err="1"/>
              <a:t>adminok</a:t>
            </a:r>
            <a:r>
              <a:rPr lang="hu-HU" dirty="0"/>
              <a:t> eltérő nézetet látnak.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hitelesítés </a:t>
            </a:r>
            <a:r>
              <a:rPr lang="hu-HU" b="0" dirty="0" err="1"/>
              <a:t>tokenes</a:t>
            </a:r>
            <a:r>
              <a:rPr lang="hu-HU" dirty="0"/>
              <a:t> megoldással működik, a visszajelzésekről pedig egy egységes </a:t>
            </a:r>
            <a:r>
              <a:rPr lang="hu-HU" b="0" dirty="0" err="1"/>
              <a:t>toast</a:t>
            </a:r>
            <a:r>
              <a:rPr lang="hu-HU" b="1" dirty="0"/>
              <a:t> </a:t>
            </a:r>
            <a:r>
              <a:rPr lang="hu-HU" b="0" dirty="0"/>
              <a:t>rendszer</a:t>
            </a:r>
            <a:r>
              <a:rPr lang="hu-HU" dirty="0"/>
              <a:t> gondoskodik.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backendünk réteges felépítésű, ami átláthatóvá és jól bővíthetővé teszi a rendszert.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a kéréseket a megfelelő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controllerhez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irányítja.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controllerek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végzik a validációt, jogosultság-ellenőrzést, majd kezelik az üzleti folyamatokat.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</a:t>
            </a:r>
            <a:r>
              <a:rPr lang="hu-HU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ORM (azaz </a:t>
            </a:r>
            <a:r>
              <a:rPr lang="hu-HU" sz="1100" b="0" i="0" u="sng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objektum-relációs leképezés</a:t>
            </a:r>
            <a:r>
              <a:rPr lang="hu-HU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egy olyan programozási technika, amely lehetővé teszi a fejlesztők számára, hogy az objektumorientált kódban használt objektumokat közvetlenül relációs adatbázisokba) az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adatbázis-műveleteket és relációkat biztosítják.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a biztonságos, szerepköralapú hozzáférést adja.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jól skálázható, átlátható és könnyen tesztelhető.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rendszerünkben a kontrollerek az API végpontok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bejövő kérések fogadása, az adatok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validálása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valamint a jogosultság ellenőrzése.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ezután a megfelelő üzleti logikát hívják meg, és egységes JSON válaszstruktúrát adnak vissza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szerepköralapú, ugyanaz a végpont eltérően viselkedhet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tanár vagy diák felhasználó esetén.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így egyszerre biztosít átláthatóságot, biztonságot és jól szervezett kéréskezelést.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rendszer relációs adatmodellje.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fő entitásokat külön táblákban kezeljük, például felhasználók, intézmények, osztályok, események, kommentek és szavazások.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táblák idegen kulcsokkal kapcsolódnak egymáshoz, így biztosított az adatok közötti konzisztens kapcsolat.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azért fontos, mert így pontosan lekövethető, hogy egy felhasználó melyik intézményhez tartozik, egy eseményhez kik kapcsolódnak, és egy szavazáshoz milyen opciók és válaszok tartoznak.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normalizált szerkezet csökkenti 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adatduplikációt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és megkönnyíti a bővítést, például új szerepkörök vagy új eseménytípusok bevezetését.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Összességében ez az adatmodell stabil alapot ad a backend logikának és a megbízható API működésnek.</a:t>
            </a:r>
            <a:endParaRPr dirty="0"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rendszer használata nem korlátozódik asztali számítógépekre, bármilyen eszközről kényelmesen elérhető.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Ugyebár ketten dolgoztunk a projekten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Githubon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 keresztül együttműködve. Míg Tomi a backendet fejlesztette, én a frontendet fejlesztettem.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során arra törekedtünk, hogy a feladatokat egyenlő részekre osszuk, biztosítva ezzel az igazságos munkamegosztást.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Úgy érezzük, hogy ezt végig sikerült tartanunk, és a munka az egész folyamat alatt jó hangulatban és összhangban zajlott.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buNone/>
            </a:pPr>
            <a:r>
              <a:rPr lang="hu-HU" dirty="0"/>
              <a:t>Samu:</a:t>
            </a:r>
          </a:p>
          <a:p>
            <a:pPr marL="158750" indent="0" rtl="0">
              <a:buNone/>
            </a:pPr>
            <a:r>
              <a:rPr lang="hu-HU" dirty="0"/>
              <a:t>--</a:t>
            </a:r>
            <a:r>
              <a:rPr lang="hu-HU" dirty="0" err="1"/>
              <a:t>MainPage</a:t>
            </a:r>
            <a:r>
              <a:rPr lang="hu-HU" dirty="0"/>
              <a:t>--</a:t>
            </a:r>
            <a:br>
              <a:rPr lang="hu-HU" dirty="0"/>
            </a:b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</a:t>
            </a:r>
            <a:b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From here, users can navigate to the registration or login pages.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Registrate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are required to enter their name, email address, and password. 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--Login--</a:t>
            </a: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confirming their email address, they must log in to proceed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b="0" dirty="0">
              <a:effectLst/>
            </a:endParaRPr>
          </a:p>
          <a:p>
            <a:pPr marL="158750" indent="0" rtl="0">
              <a:buNone/>
            </a:pPr>
            <a:r>
              <a:rPr lang="hu-HU" b="0" dirty="0">
                <a:effectLst/>
              </a:rPr>
              <a:t>--</a:t>
            </a:r>
            <a:r>
              <a:rPr lang="hu-HU" b="0" dirty="0" err="1">
                <a:effectLst/>
              </a:rPr>
              <a:t>Dashboard</a:t>
            </a:r>
            <a:r>
              <a:rPr lang="hu-HU" b="0" dirty="0">
                <a:effectLst/>
              </a:rPr>
              <a:t>--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select their role (student, teacher, or administrator), then choose their location and school.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--Kártyák bemutatása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an existing institution, while administrators also have the option to register a new one.</a:t>
            </a:r>
            <a:br>
              <a:rPr lang="en-US" b="0" dirty="0">
                <a:effectLst/>
              </a:rPr>
            </a:br>
            <a:endParaRPr lang="hu-HU" b="0" dirty="0">
              <a:effectLst/>
            </a:endParaRPr>
          </a:p>
          <a:p>
            <a:pPr marL="158750" indent="0" rtl="0">
              <a:buNone/>
            </a:pPr>
            <a:r>
              <a:rPr lang="hu-HU" b="0" dirty="0">
                <a:effectLst/>
              </a:rPr>
              <a:t>--Login: </a:t>
            </a:r>
            <a:r>
              <a:rPr lang="hu-HU" b="0" dirty="0" err="1">
                <a:effectLst/>
              </a:rPr>
              <a:t>Admin</a:t>
            </a:r>
            <a:r>
              <a:rPr lang="hu-HU" b="0" dirty="0">
                <a:effectLst/>
              </a:rPr>
              <a:t> fiók--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or today’s demo, we continue with a pre-created sample administrator account to demonstrate the workflow.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 felület--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we can see how the administrator manages incoming requests and assigns users to classes.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User-dashboard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Once the requests are approved, the platform’s main features become accessible.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section, users can filter events by type and status or switch to a calendar view.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decide whether to participate, leave comments, mark events as favorites, and take part in interactive polls.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 creators can also launch polls directly from here, including options such as scheduled closing times or hidden partial results.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creating an event, the target group can be defined precisely (a specific class, grade level, or the entire school).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weekly recurring events, where all instances are automatically generated by the system.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Profile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page, users can view and update their personal information, including their displayed name, which can be changed once every 15 days.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page also includes the institution switcher, allowing administrators to quickly switch between the schools they manage.</a:t>
            </a:r>
            <a:br>
              <a:rPr lang="en-US" dirty="0"/>
            </a:br>
            <a:endParaRPr lang="hu-HU" dirty="0"/>
          </a:p>
          <a:p>
            <a:pPr marL="158750" indent="0" rtl="0">
              <a:buNone/>
            </a:pPr>
            <a:r>
              <a:rPr lang="hu-HU" dirty="0"/>
              <a:t>Samu:</a:t>
            </a:r>
            <a:br>
              <a:rPr lang="hu-HU" dirty="0"/>
            </a:br>
            <a:r>
              <a:rPr lang="hu-HU" dirty="0"/>
              <a:t>Ennyit tudtunk most megmutatni a munkákból, az esetleges kérdéseket szívesen fogadjuk.</a:t>
            </a:r>
            <a:br>
              <a:rPr lang="en-US" dirty="0"/>
            </a:b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715720" y="2536617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354138" y="2862044"/>
            <a:ext cx="204991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 dirty="0"/>
          </a:p>
        </p:txBody>
      </p:sp>
      <p:sp>
        <p:nvSpPr>
          <p:cNvPr id="107" name="Google Shape;107;p3"/>
          <p:cNvSpPr txBox="1"/>
          <p:nvPr/>
        </p:nvSpPr>
        <p:spPr>
          <a:xfrm>
            <a:off x="7799310" y="2723545"/>
            <a:ext cx="388240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978955" y="1097934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2413795" y="266005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B5932166-5D0C-0537-DD6D-F2EF38401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7039" y="169610"/>
            <a:ext cx="2872430" cy="65187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kontrollerek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10763599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B61B75C4-CCCA-3A10-7130-5CB867CFD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1105" y="1610802"/>
            <a:ext cx="7610183" cy="4913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lvl="0"/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</a:t>
            </a:r>
            <a:r>
              <a:rPr lang="hu-HU" sz="1800" dirty="0"/>
              <a:t>Postmannal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1392</TotalTime>
  <Words>1749</Words>
  <Application>Microsoft Office PowerPoint</Application>
  <PresentationFormat>Szélesvásznú</PresentationFormat>
  <Paragraphs>200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Times New Roman</vt:lpstr>
      <vt:lpstr>Cambria</vt:lpstr>
      <vt:lpstr>Arial</vt:lpstr>
      <vt:lpstr>Play</vt:lpstr>
      <vt:lpstr>Courier New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39</cp:revision>
  <dcterms:created xsi:type="dcterms:W3CDTF">2026-03-04T16:50:56Z</dcterms:created>
  <dcterms:modified xsi:type="dcterms:W3CDTF">2026-04-21T17:59:01Z</dcterms:modified>
</cp:coreProperties>
</file>