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666" autoAdjust="0"/>
  </p:normalViewPr>
  <p:slideViewPr>
    <p:cSldViewPr snapToGrid="0">
      <p:cViewPr varScale="1">
        <p:scale>
          <a:sx n="84" d="100"/>
          <a:sy n="84" d="100"/>
        </p:scale>
        <p:origin x="1596" y="90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szerepkör 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frontendünk, mint említettem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SPA,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Irányítópult szerepkör szerint jelenik meg, így a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eltérő nézetet kap.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állapotkezelés böngésző-tárolóval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tokenes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hitelesítéssel történik, a felhasználói visszajelzéseket pedig egységes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toast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értesítési rendszer biztosítja..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kezelik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requesteket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majd a service rétegben fut az üzleti logika.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adatok külön táblákban vannak, és ezek kapcsolatban állnak egymással idegen kulcsokon keresztül.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Így az adatbázis jól szervezett, bővíthető és megbízható.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felület kezelése nincsen asztali számítógéphez kötve, bármikor kitudjuk használni bármely funkcióját az oldalnak.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u-HU" dirty="0"/>
              <a:t>Tomi: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 From here, users can either register or log in.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enter their name, email address, and password. After registration, the system sends a verification code by email. Once the account is confirmed, the user is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today’s presentation, we log in with a pre-created demo account.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the user is also redirected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choose a role: student, teacher, or administrator.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this demo, we continue with the administrator role.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users select their location step by step, and the system displays the schools available in the selected city.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join a school. Their request remains pending until an administrator approves it.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administrator flow is slightly different: administrators can register a new institution by entering the basic details, then handle incoming requests and assign users to classes.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approval, users can access the main platform features.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hu-HU" dirty="0"/>
              <a:t>Samu:</a:t>
            </a: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Events section, users can view the events relevant to them.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filter by type, for example local or global, and by status, for example active or closed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sort the list and switch to calendar view.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see all key details and decide whether to participate.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They can also vote, comment, and save events as favorites.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student view, this part looks almost the same, but with fewer administrative actions.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event creation, teachers and administrators can create school-level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However, global events that affect multiple schools can only be created by administrators.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global events, the administrator selects the target areas or schools, fills in the details, and submits the event.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that, local school administrators can accept or reject it.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For school-level events, the target group can be defined precisely: for example a specific class, a full grade level, or the entire school.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recurring weekly events.</a:t>
            </a:r>
            <a:b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this case, users set the day, start time, duration, and date range, and the system automatically creates all sessions.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Profile page, users can view their personal information.</a:t>
            </a:r>
          </a:p>
          <a:p>
            <a:pPr marL="158750" indent="0">
              <a:buNone/>
            </a:pP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058" y="169611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Postmannel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1619</Words>
  <Application>Microsoft Office PowerPoint</Application>
  <PresentationFormat>Szélesvásznú</PresentationFormat>
  <Paragraphs>194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Cambria</vt:lpstr>
      <vt:lpstr>Arial</vt:lpstr>
      <vt:lpstr>Courier New</vt:lpstr>
      <vt:lpstr>Play</vt:lpstr>
      <vt:lpstr>Times New Roman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24</cp:revision>
  <dcterms:created xsi:type="dcterms:W3CDTF">2026-03-04T16:50:56Z</dcterms:created>
  <dcterms:modified xsi:type="dcterms:W3CDTF">2026-04-13T19:47:12Z</dcterms:modified>
</cp:coreProperties>
</file>