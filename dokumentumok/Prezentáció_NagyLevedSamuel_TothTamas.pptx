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666" autoAdjust="0"/>
  </p:normalViewPr>
  <p:slideViewPr>
    <p:cSldViewPr snapToGrid="0">
      <p:cViewPr varScale="1">
        <p:scale>
          <a:sx n="84" d="100"/>
          <a:sy n="84" d="100"/>
        </p:scale>
        <p:origin x="1596" y="78"/>
      </p:cViewPr>
      <p:guideLst/>
    </p:cSldViewPr>
  </p:slideViewPr>
  <p:notesTextViewPr>
    <p:cViewPr>
      <p:scale>
        <a:sx n="3" d="2"/>
        <a:sy n="3" d="2"/>
      </p:scale>
      <p:origin x="0" y="-199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szerepkör 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frontendünk, mint említettem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SPA,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Irányítópult szerepkör szerint jelenik meg, így a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eltérő nézetet kap.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állapotkezelés böngésző-tárolóval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tokenes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hitelesítéssel történik, a felhasználói visszajelzéseket pedig egységes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toast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értesítési rendszer biztosítja..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kezelik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requesteket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majd a service rétegben fut az üzleti logika.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adatok külön táblákban vannak, és ezek kapcsolatban állnak egymással idegen kulcsokon keresztül.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Így az adatbázis jól szervezett, bővíthető és megbízható.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felület kezelése nincsen asztali számítógéphez kötve, bármikor kitudjuk használni bármely funkcióját az oldalnak.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</a:t>
            </a:r>
            <a:r>
              <a:rPr lang="en-US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manage.</a:t>
            </a:r>
            <a:br>
              <a:rPr lang="en-US" dirty="0"/>
            </a:b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058" y="169611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Postmannel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1495</Words>
  <Application>Microsoft Office PowerPoint</Application>
  <PresentationFormat>Szélesvásznú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Times New Roman</vt:lpstr>
      <vt:lpstr>Play</vt:lpstr>
      <vt:lpstr>Cambria</vt:lpstr>
      <vt:lpstr>Arial</vt:lpstr>
      <vt:lpstr>Courier New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25</cp:revision>
  <dcterms:created xsi:type="dcterms:W3CDTF">2026-03-04T16:50:56Z</dcterms:created>
  <dcterms:modified xsi:type="dcterms:W3CDTF">2026-04-14T00:05:24Z</dcterms:modified>
</cp:coreProperties>
</file>