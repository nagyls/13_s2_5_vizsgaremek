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 varScale="1">
        <p:scale>
          <a:sx n="84" d="100"/>
          <a:sy n="84" d="100"/>
        </p:scale>
        <p:origin x="1596" y="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jogosultságkezelés.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Vue.js keretrendszerre épül,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</a:t>
            </a:r>
            <a:r>
              <a:rPr lang="hu-HU" b="0" dirty="0" err="1"/>
              <a:t>Dashboardok</a:t>
            </a:r>
            <a:r>
              <a:rPr lang="hu-HU" dirty="0"/>
              <a:t> szerepkör szerint változnak, így a diákok, tanárok és </a:t>
            </a:r>
            <a:r>
              <a:rPr lang="hu-HU" dirty="0" err="1"/>
              <a:t>adminok</a:t>
            </a:r>
            <a:r>
              <a:rPr lang="hu-HU" dirty="0"/>
              <a:t> eltérő nézetet látnak.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hitelesítés </a:t>
            </a:r>
            <a:r>
              <a:rPr lang="hu-HU" b="0" dirty="0" err="1"/>
              <a:t>tokenes</a:t>
            </a:r>
            <a:r>
              <a:rPr lang="hu-HU" dirty="0"/>
              <a:t> megoldással működik, a visszajelzésekről pedig egy egységes </a:t>
            </a:r>
            <a:r>
              <a:rPr lang="hu-HU" b="0" dirty="0" err="1"/>
              <a:t>toast</a:t>
            </a:r>
            <a:r>
              <a:rPr lang="hu-HU" b="1" dirty="0"/>
              <a:t> </a:t>
            </a:r>
            <a:r>
              <a:rPr lang="hu-HU" b="0" dirty="0"/>
              <a:t>rendszer</a:t>
            </a:r>
            <a:r>
              <a:rPr lang="hu-HU" dirty="0"/>
              <a:t> gondoskodik.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a backendünk réteges felépítése látható.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API/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fogadja és irányítja a kéréseket.</a:t>
            </a:r>
            <a:br>
              <a:rPr lang="hu-HU" dirty="0"/>
            </a:br>
            <a:r>
              <a:rPr lang="hu-HU" dirty="0"/>
              <a:t>A </a:t>
            </a:r>
            <a:r>
              <a:rPr lang="hu-HU" b="0" dirty="0"/>
              <a:t>kontrollerek</a:t>
            </a:r>
            <a:r>
              <a:rPr lang="hu-HU" dirty="0"/>
              <a:t> feladata a kérések </a:t>
            </a:r>
            <a:r>
              <a:rPr lang="hu-HU" dirty="0" err="1"/>
              <a:t>validálása</a:t>
            </a:r>
            <a:r>
              <a:rPr lang="hu-HU" dirty="0"/>
              <a:t>, majd az adatok továbbítása a </a:t>
            </a:r>
            <a:r>
              <a:rPr lang="hu-HU" b="0" dirty="0"/>
              <a:t>service rétegnek</a:t>
            </a:r>
            <a:r>
              <a:rPr lang="hu-HU" dirty="0"/>
              <a:t>, ahol az üzleti logika fut.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adatkezelés az adatbázis-műveletekért és relációkért felelnek.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infrastruktúra réteg pedig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-t,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rendszer szintű működést biztosítja.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átlátható, jól bővíthető és stabil működést ad.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a backend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érkeznek be az API kérések, itt történik az adatok ellenőrzése, majd a kérés továbbadása az üzleti logikának.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feladata az is, hogy egységes, jól kezelhető JSON válaszokat adjanak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szerepkör-alapú, a kontrollerek figyelembe veszik, hogy diák, tanár vagy adminisztrátor használja a funkciót.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adatok külön táblákban vannak, és ezek kapcsolatban állnak egymással idegen kulcsokon keresztül.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Így az adatbázis jól szervezett, bővíthető és megbízható.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rendszer használata nem korlátozódik asztali számítógépekre, bármilyen eszközről kényelmesen elérhető.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buNone/>
            </a:pPr>
            <a:r>
              <a:rPr lang="hu-HU" dirty="0"/>
              <a:t>Samu:</a:t>
            </a:r>
            <a:br>
              <a:rPr lang="hu-HU" dirty="0"/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</a:t>
            </a:r>
            <a:b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 here, users can navigate to the registration or login pages.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are required to enter their name, email address, and password. After confirming their email address, they must log in to proceed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select their role (student, teacher, or administrator), then choose their location and school.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an existing institution, while administrators also have the option to register a new one.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 today’s demo, we continue with a pre-created sample administrator account to demonstrate the workflow.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we can see how the administrator manages incoming requests and assigns users to classes.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Once the requests are approved, the platform’s main features become accessible.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section, users can filter events by type and status or switch to a calendar view.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decide whether to participate, leave comments, mark events as favorites, and take part in interactive polls.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 creators can also launch polls directly from here, including options such as scheduled closing times or hidden partial results.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creating an event, the target group can be defined precisely (a specific class, grade level, or the entire school).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weekly recurring events, where all instances are automatically generated by the system.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Profile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page, users can view and update their personal information, including their displayed name, which can be changed once every 15 days.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page also includes the institution switcher, allowing administrators to quickly switch between the schools they manage.</a:t>
            </a:r>
            <a:br>
              <a:rPr lang="en-US" dirty="0"/>
            </a:br>
            <a:br>
              <a:rPr lang="en-US" dirty="0"/>
            </a:b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715720" y="2536617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354138" y="2862044"/>
            <a:ext cx="204991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 dirty="0"/>
          </a:p>
        </p:txBody>
      </p:sp>
      <p:sp>
        <p:nvSpPr>
          <p:cNvPr id="107" name="Google Shape;107;p3"/>
          <p:cNvSpPr txBox="1"/>
          <p:nvPr/>
        </p:nvSpPr>
        <p:spPr>
          <a:xfrm>
            <a:off x="7799310" y="2723545"/>
            <a:ext cx="388240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69E2F3D-E7E9-5259-2122-96AE26EF1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058" y="169611"/>
            <a:ext cx="2852432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lvl="0"/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</a:t>
            </a:r>
            <a:r>
              <a:rPr lang="hu-HU" sz="1800" dirty="0"/>
              <a:t>Postmannal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1010</TotalTime>
  <Words>1491</Words>
  <Application>Microsoft Office PowerPoint</Application>
  <PresentationFormat>Szélesvásznú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Play</vt:lpstr>
      <vt:lpstr>Courier New</vt:lpstr>
      <vt:lpstr>Times New Roman</vt:lpstr>
      <vt:lpstr>Cambria</vt:lpstr>
      <vt:lpstr>Arial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29</cp:revision>
  <dcterms:created xsi:type="dcterms:W3CDTF">2026-03-04T16:50:56Z</dcterms:created>
  <dcterms:modified xsi:type="dcterms:W3CDTF">2026-04-16T15:56:22Z</dcterms:modified>
</cp:coreProperties>
</file>