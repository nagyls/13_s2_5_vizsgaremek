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</p:sldIdLst>
  <p:sldSz cx="12192000" cy="6858000"/>
  <p:notesSz cx="6858000" cy="9144000"/>
  <p:embeddedFontLst>
    <p:embeddedFont>
      <p:font typeface="Cambria" panose="02040503050406030204" pitchFamily="18" charset="0"/>
      <p:regular r:id="rId17"/>
      <p:bold r:id="rId18"/>
      <p:italic r:id="rId19"/>
      <p:boldItalic r:id="rId20"/>
    </p:embeddedFont>
    <p:embeddedFont>
      <p:font typeface="Play" panose="020B0604020202020204" charset="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924" autoAdjust="0"/>
  </p:normalViewPr>
  <p:slideViewPr>
    <p:cSldViewPr snapToGrid="0">
      <p:cViewPr varScale="1">
        <p:scale>
          <a:sx n="84" d="100"/>
          <a:sy n="84" d="100"/>
        </p:scale>
        <p:origin x="1239" y="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témaválasztásának oka egy valós, mindennapi probléma volt az iskolai működésben.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kommunikáció és az események kezelése több külön felületen történt, ami nehezen átláthatóvá tette a folyamatokat.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ad választ az </a:t>
            </a:r>
            <a:r>
              <a:rPr lang="hu-HU" dirty="0" err="1"/>
              <a:t>EseményTér</a:t>
            </a:r>
            <a:r>
              <a:rPr lang="hu-HU" dirty="0"/>
              <a:t>: egy egységes webes rendszer, ahol központilag kezelhetők az események és a kapcsolódó információk.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Így a kommunikáció gyorsabb, a folyamatok követhetőbbek, és minden szereplő ugyanazon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szerepkör 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rendszer három fő részből áll: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frontend </a:t>
            </a:r>
            <a:r>
              <a:rPr lang="hu-HU" dirty="0" err="1"/>
              <a:t>Vue</a:t>
            </a:r>
            <a:r>
              <a:rPr lang="hu-HU" dirty="0"/>
              <a:t> 3 alapú kliensalkalmazás, ahol a felhasználó közvetlenül dolgozik.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backend oldalt </a:t>
            </a:r>
            <a:r>
              <a:rPr lang="hu-HU" dirty="0" err="1"/>
              <a:t>Laravel</a:t>
            </a:r>
            <a:r>
              <a:rPr lang="hu-HU" dirty="0"/>
              <a:t> 12 alapú REST API biztosítja, az adatok tárolása pedig </a:t>
            </a:r>
            <a:r>
              <a:rPr lang="hu-HU" dirty="0" err="1"/>
              <a:t>MySQL</a:t>
            </a:r>
            <a:r>
              <a:rPr lang="hu-HU" dirty="0"/>
              <a:t> adatbázisban történik.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komponensek HTTP API-hívásokkal kommunikálnak egymással.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90452" y="2434975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498862" y="2794571"/>
            <a:ext cx="157311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7947643" y="2724225"/>
            <a:ext cx="355390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Frontend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Vue 3 alapú kliensalkalmazás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Backend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Laravel 12 REST API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Adatbázis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MySQL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Kommunikáció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Előny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5715725" y="1436574"/>
            <a:ext cx="5272800" cy="45414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548325" y="1778700"/>
            <a:ext cx="4968000" cy="32862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 és API</a:t>
            </a:r>
            <a:endParaRPr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321138" y="2128809"/>
            <a:ext cx="39402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Rétegelt backend felépítés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modulonként szervezve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Egységes hibakezelés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Központi validáció és üzleti logika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Stabil, bővíthető működés</a:t>
            </a:r>
            <a:endParaRPr dirty="0"/>
          </a:p>
        </p:txBody>
      </p:sp>
      <p:grpSp>
        <p:nvGrpSpPr>
          <p:cNvPr id="129" name="Google Shape;129;p5"/>
          <p:cNvGrpSpPr/>
          <p:nvPr/>
        </p:nvGrpSpPr>
        <p:grpSpPr>
          <a:xfrm>
            <a:off x="6637421" y="1960734"/>
            <a:ext cx="4681800" cy="3286207"/>
            <a:chOff x="6254496" y="2128809"/>
            <a:chExt cx="4681800" cy="3286207"/>
          </a:xfrm>
        </p:grpSpPr>
        <p:sp>
          <p:nvSpPr>
            <p:cNvPr id="130" name="Google Shape;130;p5"/>
            <p:cNvSpPr txBox="1"/>
            <p:nvPr/>
          </p:nvSpPr>
          <p:spPr>
            <a:xfrm>
              <a:off x="6254496" y="2128809"/>
              <a:ext cx="38223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Fő API modulok: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Auth, Események, Intézmények, Osztályok, Kérelmek</a:t>
              </a:r>
              <a:endParaRPr dirty="0"/>
            </a:p>
          </p:txBody>
        </p:sp>
        <p:sp>
          <p:nvSpPr>
            <p:cNvPr id="131" name="Google Shape;131;p5"/>
            <p:cNvSpPr txBox="1"/>
            <p:nvPr/>
          </p:nvSpPr>
          <p:spPr>
            <a:xfrm>
              <a:off x="6254496" y="3005982"/>
              <a:ext cx="42276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Hibakezelés: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egységes válaszkódok (siker, validációs hiba, jogosultsági hiba)</a:t>
              </a:r>
              <a:endParaRPr dirty="0"/>
            </a:p>
          </p:txBody>
        </p:sp>
        <p:sp>
          <p:nvSpPr>
            <p:cNvPr id="132" name="Google Shape;132;p5"/>
            <p:cNvSpPr txBox="1"/>
            <p:nvPr/>
          </p:nvSpPr>
          <p:spPr>
            <a:xfrm>
              <a:off x="6254496" y="3845305"/>
              <a:ext cx="46818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Központi logika: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validáció és üzleti szabályok a backendben</a:t>
              </a:r>
              <a:endParaRPr dirty="0"/>
            </a:p>
          </p:txBody>
        </p:sp>
        <p:sp>
          <p:nvSpPr>
            <p:cNvPr id="133" name="Google Shape;133;p5"/>
            <p:cNvSpPr txBox="1"/>
            <p:nvPr/>
          </p:nvSpPr>
          <p:spPr>
            <a:xfrm>
              <a:off x="6254508" y="4491616"/>
              <a:ext cx="34746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Eredmény: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stabil, átlátható, könnyen karbantartható rendszer</a:t>
              </a:r>
              <a:endParaRPr dirty="0"/>
            </a:p>
          </p:txBody>
        </p:sp>
      </p:grp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8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 alapú hitelesítés (Sanctum)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Kritikus műveletek korlátozása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 és hozzáférés-védelem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216234" y="2413058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Diák</a:t>
            </a:r>
            <a:endParaRPr sz="18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Tanár</a:t>
            </a:r>
            <a:endParaRPr sz="18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Admin</a:t>
            </a:r>
            <a:endParaRPr sz="1800" b="1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Frontend felépítés és navigáció</a:t>
            </a:r>
            <a:endParaRPr/>
          </a:p>
        </p:txBody>
      </p:sp>
      <p:sp>
        <p:nvSpPr>
          <p:cNvPr id="149" name="Google Shape;149;p7"/>
          <p:cNvSpPr txBox="1"/>
          <p:nvPr/>
        </p:nvSpPr>
        <p:spPr>
          <a:xfrm>
            <a:off x="1377020" y="1714310"/>
            <a:ext cx="65097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SPA működés modern, reszponzív felülettel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 alapú navigáció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Szerepkörhöz igazított irányítópultok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Események listázása és esemény részletei oldal kapcsolata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Felhasználói állapotkezelés local/session tárolással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Reszponzív UI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gyors és egyszerű felhasználói élmény</a:t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7826625" y="1335725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9540" y="1714300"/>
            <a:ext cx="5566768" cy="48230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"/>
          <p:cNvSpPr/>
          <p:nvPr/>
        </p:nvSpPr>
        <p:spPr>
          <a:xfrm>
            <a:off x="356025" y="1698075"/>
            <a:ext cx="8708700" cy="46878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8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Felhasználói élmény és érték</a:t>
            </a:r>
            <a:endParaRPr/>
          </a:p>
        </p:txBody>
      </p:sp>
      <p:sp>
        <p:nvSpPr>
          <p:cNvPr id="159" name="Google Shape;159;p8"/>
          <p:cNvSpPr txBox="1"/>
          <p:nvPr/>
        </p:nvSpPr>
        <p:spPr>
          <a:xfrm>
            <a:off x="1291484" y="2748985"/>
            <a:ext cx="64536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Egységes, könnyen tanulható felület minden szerepkörnek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Gyors és logikus navigáció a fő funkciók között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Átlátható visszajelzések a folyamatok állapotáról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Reszponzív működés asztali és mobil nézetben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minél kevesebb lépésből elvégezhető folyamatok</a:t>
            </a:r>
            <a:endParaRPr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8115FEC-D477-C7C5-2EF0-1670B615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sp>
        <p:nvSpPr>
          <p:cNvPr id="166" name="Google Shape;166;p9"/>
          <p:cNvSpPr txBox="1"/>
          <p:nvPr/>
        </p:nvSpPr>
        <p:spPr>
          <a:xfrm>
            <a:off x="1558873" y="1720491"/>
            <a:ext cx="7767600" cy="341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Fő entitások: felhasználók, intézmények, osztályok, események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Kapcsolatok: tagságok, kérelmek, esemény-interakciók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Relációs modell biztosítja az adatok konzisztenciáját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Kulcsfontosságú cél: adatintegritás és visszakövethetőség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Bővíthető struktúra új funkciókhoz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Tesztelés és minőségbiztosítás</a:t>
            </a:r>
            <a:endParaRPr/>
          </a:p>
        </p:txBody>
      </p:sp>
      <p:sp>
        <p:nvSpPr>
          <p:cNvPr id="175" name="Google Shape;175;p10"/>
          <p:cNvSpPr txBox="1"/>
          <p:nvPr/>
        </p:nvSpPr>
        <p:spPr>
          <a:xfrm>
            <a:off x="1291479" y="198398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 TypeScript tesztek pozitív és negatív tesztek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 API tesztelés Postmannel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Demó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640</Words>
  <Application>Microsoft Office PowerPoint</Application>
  <PresentationFormat>Szélesvásznú</PresentationFormat>
  <Paragraphs>138</Paragraphs>
  <Slides>14</Slides>
  <Notes>14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Cambria</vt:lpstr>
      <vt:lpstr>Times New Roman</vt:lpstr>
      <vt:lpstr>Play</vt:lpstr>
      <vt:lpstr>Arial</vt:lpstr>
      <vt:lpstr>Office-téma</vt:lpstr>
      <vt:lpstr>EseményTér</vt:lpstr>
      <vt:lpstr>Probléma és Megoldás</vt:lpstr>
      <vt:lpstr>A projekt fő funkciói</vt:lpstr>
      <vt:lpstr>A rendszer felépítése</vt:lpstr>
      <vt:lpstr>Backend architektúra és API</vt:lpstr>
      <vt:lpstr>Jogosultság és biztonság</vt:lpstr>
      <vt:lpstr>Frontend felépítés és navigáció</vt:lpstr>
      <vt:lpstr>Felhasználói élmény és érték</vt:lpstr>
      <vt:lpstr>Adatmodell</vt:lpstr>
      <vt:lpstr>Tesztelés és minőségbiztosítás</vt:lpstr>
      <vt:lpstr>Csapatmunka</vt:lpstr>
      <vt:lpstr>Továbbfejlesztési lehetőségek</vt:lpstr>
      <vt:lpstr>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9</cp:revision>
  <dcterms:created xsi:type="dcterms:W3CDTF">2026-03-04T16:50:56Z</dcterms:created>
  <dcterms:modified xsi:type="dcterms:W3CDTF">2026-03-11T12:19:23Z</dcterms:modified>
</cp:coreProperties>
</file>