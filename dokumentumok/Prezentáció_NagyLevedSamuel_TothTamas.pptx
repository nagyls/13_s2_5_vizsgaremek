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96" y="5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Vue.js keretrendszerre épül,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b="0" dirty="0" err="1"/>
              <a:t>Dashboardok</a:t>
            </a:r>
            <a:r>
              <a:rPr lang="hu-HU" dirty="0"/>
              <a:t> szerepkör szerint változnak, így a diákok, tanárok és </a:t>
            </a:r>
            <a:r>
              <a:rPr lang="hu-HU" dirty="0" err="1"/>
              <a:t>adminok</a:t>
            </a:r>
            <a:r>
              <a:rPr lang="hu-HU" dirty="0"/>
              <a:t> eltérő nézetet látnak.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hitelesítés </a:t>
            </a:r>
            <a:r>
              <a:rPr lang="hu-HU" b="0" dirty="0" err="1"/>
              <a:t>tokenes</a:t>
            </a:r>
            <a:r>
              <a:rPr lang="hu-HU" dirty="0"/>
              <a:t> megoldással működik, a visszajelzésekről pedig egy egységes </a:t>
            </a:r>
            <a:r>
              <a:rPr lang="hu-HU" b="0" dirty="0" err="1"/>
              <a:t>toast</a:t>
            </a:r>
            <a:r>
              <a:rPr lang="hu-HU" b="1" dirty="0"/>
              <a:t> </a:t>
            </a:r>
            <a:r>
              <a:rPr lang="hu-HU" b="0" dirty="0"/>
              <a:t>rendszer</a:t>
            </a:r>
            <a:r>
              <a:rPr lang="hu-HU" dirty="0"/>
              <a:t> gondoskodik.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backendünk réteges felépítésű, ami átláthatóvá és jól bővíthetővé teszi a rendszert.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kéréseket a megfelelő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controllerhez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irányítja.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controllerek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végzik a validációt, jogosultság-ellenőrzést, majd kezelik az üzleti folyamatokat.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ORM az adatbázis-műveleteket és relációkat biztosítják.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biztonságos, szerepköralapú hozzáférést adja.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jól skálázható, átlátható és könnyen tesztelhető.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rendszerünkben a kontrollerek az API végpontok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bejövő kérések fogadása, az adatok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validálása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valamint a jogosultság ellenőrzése.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ezután a megfelelő üzleti logikát hívják meg, és egységes JSON válaszstruktúrát adnak vissza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szerepköralapú, ugyanaz a végpont eltérően viselkedhet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tanár vagy diák felhasználó esetén.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így egyszerre biztosít átláthatóságot, biztonságot és jól szervezett kéréskezelést.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entitásokat külön táblákban kezeljük, például felhasználók, intézmények, osztályok, események, kommentek és szavazások.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táblák idegen kulcsokkal kapcsolódnak egymáshoz, így biztosított az adatok közötti konzisztens kapcsolat.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azért fontos, mert így pontosan lekövethető, hogy egy felhasználó melyik intézményhez tartozik, egy eseményhez kik kapcsolódnak, és egy szavazáshoz milyen opciók és válaszok tartoznak.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normalizált szerkezet csökkenti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adatduplikációt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és megkönnyíti a bővítést, például új szerepkörök vagy új eseménytípusok bevezetését.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Összességében ez az adatmodell stabil alapot ad a backend logikának és a megbízható API működésnek.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manage.</a:t>
            </a:r>
            <a:br>
              <a:rPr lang="en-US" dirty="0"/>
            </a:b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A7331664-2776-8924-FDA4-4FED695B8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967" y="169611"/>
            <a:ext cx="2889768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1095</TotalTime>
  <Words>1579</Words>
  <Application>Microsoft Office PowerPoint</Application>
  <PresentationFormat>Szélesvásznú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Cambria</vt:lpstr>
      <vt:lpstr>Arial</vt:lpstr>
      <vt:lpstr>Play</vt:lpstr>
      <vt:lpstr>Courier New</vt:lpstr>
      <vt:lpstr>Times New Roman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32</cp:revision>
  <dcterms:created xsi:type="dcterms:W3CDTF">2026-03-04T16:50:56Z</dcterms:created>
  <dcterms:modified xsi:type="dcterms:W3CDTF">2026-04-17T09:05:02Z</dcterms:modified>
</cp:coreProperties>
</file>